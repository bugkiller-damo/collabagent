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15秒。开场一句话：我们要解决的不是'AI不够聪明'，而是'AI始终被关在聊天窗口里，成不了团队的一员'。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45秒。维度1核心页。每个断层举一个自己团队的真实例子效果更好。结束语：三个断层的共同根因——AI 缺少一个'团队成员'的身份载体。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30秒。一句话立意读出来。强调'升级'而非'替代'——不改变人类已有的频道协作习惯，只把 AI 变成频道里的一种成员。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45秒。指着闭环图走一遍：注意'任务自动创建'和'AI执行汇报'两步是传统工具链里完全靠人搬的。说完直接进视频。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≤3分钟。播放前一句话铺垫：'请注意两个细节——任务卡片是自动出现的，以及 AI 缓冲消息的提示。' 此处嵌入 MP4。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45秒。维度2。强调 daemon 部署形态：AI 的算力和凭证留在员工本机，server 只做路由和存储——这是企业落地的关键卖点。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45秒。维度2核心。每个创新点一句'所以什么'：①可靠性 ②不丢消息 ③可积累。多运行时口径注意：说'架构预留、当前落地 Claude Code'，不要说已支持8种。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60秒。维度3。⚠️ 团队成员职责是 TODO，汇报前必须填。研究基础用已完成的里程碑说话，不虚。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45秒。维度4。⚠️ Q4/2027H1 节点是占位，汇报前与团队确认。强调节奏务实：先跑通再试点后推广。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45秒。维度4。数字是目标值，重点讲最后一行验证方式——让评委感到这些数是可考核而非拍脑袋。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45秒。维度5。推广路径从左到右读。落点：我们服务的是'所有用 AI 办公的团队'，市场面足够大。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45秒。维度5。每个风险的应对都落在'已实现的功能'上，不是空承诺——这是和其他队伍拉开差距的地方。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15秒。收束一句话：'这个平台今天已经在真实跑通人机协作闭环，我们期待把它带进更多团队。' 致谢下台。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4528"/>
            <a:ext cx="121889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Agent 原生协作平台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智能体成为团队成员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广石杯·人工智能创新应用大赛  |  应用原型赛 · 管理协同赛道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中冶京诚数字科技（北京）有限公司 · 智慧城市部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痛点：企业用 AI 的三个断层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维度① 必要性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4480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断层一：AI 是工具，不是成员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73736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上下文随对话窗口关闭而丢失；一项跨 3 个 AI 工具的任务，人工串联复制粘贴 5 次以上。AI 没有身份、没有工位、没有记忆。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12344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234440"/>
            <a:ext cx="64008" cy="4480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断层二：任务协同断裂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9704" y="173736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Jira/Trello 与 AI 聊天互不互通：AI 产出的结论要手动搬进任务系统，每项任务多花约 15 分钟在工具间切换。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4152" y="12344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234440"/>
            <a:ext cx="64008" cy="4480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断层三：知识无法沉淀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173736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给出的优秀方案留在个人聊天记录里，团队每周浪费 3–4 小时向 AI 重复描述相同的项目背景。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目标用户与项目立意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维度① 必要性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AI 从“被 @ 的工具”变成“持久在线的团队成员”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14600"/>
            <a:ext cx="64008" cy="2103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企业研发团队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30175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需求/开发/测试全流程有人机混编协作诉求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2514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2514600"/>
            <a:ext cx="64008" cy="2103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项目管理团队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9704" y="30175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任务分派、进度跟踪、审查把关一站完成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2514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2" y="2514600"/>
            <a:ext cx="64008" cy="2103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跨部门协作小组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0175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知识沉淀在频道而非个人聊天记录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必要性：AI 协作的基础设施必须从“单人对话窗口”升级为“团队频道制”——这正是本平台填补的空白。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方案概览：人机协作业务闭环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承上启下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673352" cy="914400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人类发布需求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011680"/>
            <a:ext cx="246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04288" y="2011680"/>
            <a:ext cx="1673352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04288" y="2011680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分析建议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0208" y="2011680"/>
            <a:ext cx="246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51376" y="2011680"/>
            <a:ext cx="1673352" cy="914400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151376" y="2011680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一键转为任务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97296" y="2011680"/>
            <a:ext cx="246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98464" y="2011680"/>
            <a:ext cx="1673352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998464" y="2011680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经理派发执行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44384" y="2011680"/>
            <a:ext cx="246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45552" y="2011680"/>
            <a:ext cx="1673352" cy="914400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845552" y="2011680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汇报成果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91472" y="2011680"/>
            <a:ext cx="246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92640" y="2011680"/>
            <a:ext cx="1673352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2011680"/>
            <a:ext cx="1673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人类审查把关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知识沉淀：全部对话与任务记录留在频道，AI 新会话自动恢复上下文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54480" y="4206240"/>
            <a:ext cx="905256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3434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关键差异：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不是外部插件，而是频道里的正式成员——有身份、有职责（经理/执行者）、有记忆、可被观察。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103120"/>
            <a:ext cx="594360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0" y="22402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108960" y="35204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原型演示视频（2 分 50 秒）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846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一条故事线走完业务闭环：提需求 → 转任务 → 派发 → 执行汇报 → 审查 → 记忆恢复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技术架构：四层解耦，数据不出企业网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维度② 技术质量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9966960" cy="1024128"/>
          </a:xfrm>
          <a:prstGeom prst="roundRect">
            <a:avLst>
              <a:gd name="adj" fmla="val 7143"/>
            </a:avLst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188720"/>
            <a:ext cx="9418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19 前端  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 / 任务看板 / 终端观察面板（Zustand + Tailwind）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395728"/>
            <a:ext cx="9966960" cy="1024128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395728"/>
            <a:ext cx="9418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 Node.js + Fastify  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业务主存储 · Redis 限流 · WS 实时分发 · 双层令牌认证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602736"/>
            <a:ext cx="9966960" cy="1024128"/>
          </a:xfrm>
          <a:prstGeom prst="roundRect">
            <a:avLst>
              <a:gd name="adj" fmla="val 7143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602736"/>
            <a:ext cx="9418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本地守护进程 Daemon  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跑在 Agent 所有者本机：消息路由 / 生命周期 / 凭证签发 / 终端镜像——算力与凭证不出本机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4809744"/>
            <a:ext cx="9966960" cy="1024128"/>
          </a:xfrm>
          <a:prstGeom prst="roundRect">
            <a:avLst>
              <a:gd name="adj" fmla="val 7143"/>
            </a:avLst>
          </a:prstGeom>
          <a:solidFill>
            <a:srgbClr val="0B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809744"/>
            <a:ext cx="9418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运行时（隔离子进程）  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 PTY 子进程 · 可插拔 runtime 架构（Codex/Gemini 等预留） · MCP 结构化工具回调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61264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安全要点：敏感数据不出企业网；AI 子进程仅持 24h 限域令牌，账号级凭证永不进子进程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三大技术创新点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维度② 创新性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64008" cy="4663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Agent 原生通道协议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73736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MCP 扩展的 17 个结构化工具：Agent 发言/领任务/汇报/设提醒全是函数调用，不是'教 AI 敲命令行'。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可插拔 runtime 架构：当前落地 Claude Code，Codex/Gemini 等运行时按预设即插即用。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123444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234440"/>
            <a:ext cx="64008" cy="4663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门控消息投递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9704" y="173736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思考期间消息串行缓冲、空闲窗口精准投递：bracketed-paste 写入确认 + 终端渲染帧级回合检测，消息零丢失、不抢话。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用户连续发消息收到'已缓冲，空闲后自动投递'的明确反馈。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4152" y="123444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234440"/>
            <a:ext cx="64008" cy="4663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持久化团队记忆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173736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会话级恢复（--resume + 崩溃降级兜底）+ 工作区长期记忆文件 + 频道历史可检索：AI 重启后接着干，不丢上下文。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终端观察体系：每个 Agent 的实时画面、历史日志对管理者全透明。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团队实力与研究基础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维度③ 团队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牵头单位：中冶京诚数字科技（北京）有限公司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冶金工程数字化龙头背景，智慧城市部具备真实业务场景与试点渠道，保障原型落地与迭代。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陈郅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 / 项目申报（TODO：一句话职责）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88536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24231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郭梦娟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TODO：一句话职责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4152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24231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韩昱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TODO：一句话职责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576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沈明宇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TODO：一句话职责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88536" y="3657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36576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许延平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TODO：一句话职责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研究基础：已完成 daemon 全量重构（20+ 模块）、频道经理派发体系、多 Agent 所有权隔离、门控投递、终端观察等里程碑，113 项服务端自动化测试全绿。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实施计划：三阶段推进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维度④ 实施计划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361188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阶段一 · 原型完善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Q3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功能闭环打磨、演示验证、安全加固；完成比赛汇报与评审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88536" y="13716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1371600"/>
            <a:ext cx="361188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288536" y="13716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阶段二 · 部门试点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88536" y="2286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Q4（TODO：确认节点）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7136" y="283464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智慧城市部真实项目组试用；收集效率数据，迭代任务流转体验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4152" y="13716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74152" y="1371600"/>
            <a:ext cx="3611880" cy="77724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074152" y="13716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阶段三 · 公司级推广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74152" y="2286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H1（TODO：确认节点）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2752" y="283464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推广至中冶京诚各事业部；沉淀行业协作模板与最佳实践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预期成效：可考核的四个指标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维度④ 预期成效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+40–60%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155448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需求处理效率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承担分析/初稿/跟进等重复环节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544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-50%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155448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工具切换沟通成本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频道内一站完成，不再跨工具搬运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033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-80%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37033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任务遗漏率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任务即消息，看板自动流转有迹可查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7033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3天→半天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37033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E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新人上手时间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频道沉淀的决策上下文即最佳教材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验证方式：部门试点期间以'同一批需求、人机混编 vs 纯人工'对照统计，数据说话。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推广潜力：低门槛、可复制的扩散路径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维度⑤ 推广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88920" cy="91440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智慧城市部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01568" y="1463040"/>
            <a:ext cx="2788920" cy="914400"/>
          </a:xfrm>
          <a:prstGeom prst="chevron">
            <a:avLst/>
          </a:prstGeom>
          <a:solidFill>
            <a:srgbClr val="0B1E3A"/>
          </a:solidFill>
          <a:ln/>
        </p:spPr>
      </p:sp>
      <p:sp>
        <p:nvSpPr>
          <p:cNvPr id="9" name="Text 7"/>
          <p:cNvSpPr/>
          <p:nvPr/>
        </p:nvSpPr>
        <p:spPr>
          <a:xfrm>
            <a:off x="3401568" y="1463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中冶京诚各事业部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45936" y="1463040"/>
            <a:ext cx="2788920" cy="914400"/>
          </a:xfrm>
          <a:prstGeom prst="chevron">
            <a:avLst/>
          </a:prstGeom>
          <a:solidFill>
            <a:srgbClr val="0B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1463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工程行业数字化团队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90304" y="1463040"/>
            <a:ext cx="2788920" cy="914400"/>
          </a:xfrm>
          <a:prstGeom prst="chevron">
            <a:avLst/>
          </a:prstGeom>
          <a:solidFill>
            <a:srgbClr val="0B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290304" y="1463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通用企业研发团队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10332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资源需求低：小型团队 1 台服务器（PostgreSQL 单实例）即可跑起来，Agent 算力分散在员工本机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支持本地化/私有化部署：敏感工程数据不出企业网，契合央国企合规要求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可复制性强：频道 + 任务 + 派发是通用协作范式，不绑定特定行业；行业模板可沉淀复用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与现有工具链兼容：不替代 Jira/IM，而是把 AI 成员接入团队已有的协作习惯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"/>
            <a:ext cx="9601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风险识别与应对策略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35440" y="182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维度⑤ 风险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017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数据安全风险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0" y="1234440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234440"/>
            <a:ext cx="7589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daemon 架构：AI 算力与凭证不出本机；双层令牌（账号级/24h 限域级）隔离；私有化部署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41448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41448"/>
            <a:ext cx="3017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模型供应商依赖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0" y="2441448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441448"/>
            <a:ext cx="7589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可插拔 runtime 架构，不绑定单一模型供应商；当前落地 Claude Code，备选运行时按预设接入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648456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0B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648456"/>
            <a:ext cx="3017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协作冲突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0" y="3648456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3648456"/>
            <a:ext cx="7589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任务原子认领 + 所有权隔离（每个 Agent 归属明确账号）；经理/执行者职责边界由服务端强校验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855464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855464"/>
            <a:ext cx="3017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输出质量波动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0" y="4855464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4855464"/>
            <a:ext cx="7589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人类审查是闭环必经环节（in_review 状态）；终端观察体系让 AI 工作过程全透明、可回溯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61488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智能体成为团队成员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原型已跑通 · 欢迎评审指导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中冶京诚数字科技（北京）有限公司 · 智慧城市部  |  陈郅 · 郭梦娟 · 韩昱 · 沈明宇 · 许延平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原生协作平台</dc:title>
  <dc:subject>PptxGenJS Presentation</dc:subject>
  <dc:creator>中冶京诚数字科技（北京）有限公司 · 智慧城市部</dc:creator>
  <cp:lastModifiedBy>中冶京诚数字科技（北京）有限公司 · 智慧城市部</cp:lastModifiedBy>
  <cp:revision>1</cp:revision>
  <dcterms:created xsi:type="dcterms:W3CDTF">2026-07-29T13:11:19Z</dcterms:created>
  <dcterms:modified xsi:type="dcterms:W3CDTF">2026-07-29T13:11:19Z</dcterms:modified>
</cp:coreProperties>
</file>